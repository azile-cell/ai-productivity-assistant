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24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i-productivity-assistant-6evjx7w3i-grootman1.vercel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zile-cell/AI-Productivity-Assista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7099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Productivity Assistant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2494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CAPACITI AI Skills Programme Portfolio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7607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no-API productivity prototype</a:t>
            </a:r>
            <a:endParaRPr lang="en-US" sz="1250" dirty="0"/>
          </a:p>
        </p:txBody>
      </p:sp>
      <p:pic>
        <p:nvPicPr>
          <p:cNvPr id="8" name="Image 0" descr="/mnt/data/IMG_E99017CD-3346-47B6-B676-7860A26BF99D.jpeg"/>
          <p:cNvPicPr>
            <a:picLocks noChangeAspect="1"/>
          </p:cNvPicPr>
          <p:nvPr/>
        </p:nvPicPr>
        <p:blipFill>
          <a:blip r:embed="rId3"/>
          <a:srcRect t="14953" b="9028"/>
          <a:stretch>
            <a:fillRect/>
          </a:stretch>
        </p:blipFill>
        <p:spPr>
          <a:xfrm>
            <a:off x="6492240" y="960120"/>
            <a:ext cx="4937760" cy="5074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  |  WorkFlow AI  |  1/8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0352" y="384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workplace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" y="8778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work is easy to delay, misread, or organize poorly.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  |  WorkFlow AI  |  2/8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often need help with: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663440" cy="411480"/>
          </a:xfrm>
          <a:prstGeom prst="rect">
            <a:avLst/>
          </a:prstGeom>
          <a:solidFill>
            <a:srgbClr val="0F2746">
              <a:alpha val="95000"/>
            </a:srgbClr>
          </a:solidFill>
          <a:ln>
            <a:solidFill>
              <a:srgbClr val="1E4E80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professional emails quickly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4663440" cy="411480"/>
          </a:xfrm>
          <a:prstGeom prst="rect">
            <a:avLst/>
          </a:prstGeom>
          <a:solidFill>
            <a:srgbClr val="0F2746">
              <a:alpha val="95000"/>
            </a:srgbClr>
          </a:solidFill>
          <a:ln>
            <a:solidFill>
              <a:srgbClr val="1E4E80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meeting notes into actions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77240" y="3072384"/>
            <a:ext cx="4663440" cy="411480"/>
          </a:xfrm>
          <a:prstGeom prst="rect">
            <a:avLst/>
          </a:prstGeom>
          <a:solidFill>
            <a:srgbClr val="0F2746">
              <a:alpha val="95000"/>
            </a:srgbClr>
          </a:solidFill>
          <a:ln>
            <a:solidFill>
              <a:srgbClr val="1E4E80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Prioritizing tasks around fixed commitments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77240" y="3648456"/>
            <a:ext cx="4663440" cy="411480"/>
          </a:xfrm>
          <a:prstGeom prst="rect">
            <a:avLst/>
          </a:prstGeom>
          <a:solidFill>
            <a:srgbClr val="0F2746">
              <a:alpha val="95000"/>
            </a:srgbClr>
          </a:solidFill>
          <a:ln>
            <a:solidFill>
              <a:srgbClr val="1E4E80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research without fake claims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77240" y="4224528"/>
            <a:ext cx="4663440" cy="411480"/>
          </a:xfrm>
          <a:prstGeom prst="rect">
            <a:avLst/>
          </a:prstGeom>
          <a:solidFill>
            <a:srgbClr val="0F2746">
              <a:alpha val="95000"/>
            </a:srgbClr>
          </a:solidFill>
          <a:ln>
            <a:solidFill>
              <a:srgbClr val="1E4E80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messy notes into clear next steps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Project goal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practical assistant that improves productivity while staying transparent, safe, and free to run without paid API services.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400800" y="3886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API key required. Outputs are generated locally from structured rules and templates.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1783080" cy="384048"/>
          </a:xfrm>
          <a:prstGeom prst="rect">
            <a:avLst/>
          </a:prstGeom>
          <a:solidFill>
            <a:srgbClr val="18314F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fake statistics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21040" y="4983480"/>
            <a:ext cx="2057400" cy="384048"/>
          </a:xfrm>
          <a:prstGeom prst="rect">
            <a:avLst/>
          </a:prstGeom>
          <a:solidFill>
            <a:srgbClr val="18314F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fabricated sources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0352" y="384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" y="8778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productivity dashboard with specialist workplace tools.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  |  WorkFlow AI  |  3/8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606040" y="2240280"/>
            <a:ext cx="14173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14173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606040" y="4343400"/>
            <a:ext cx="14173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126480" y="4343400"/>
            <a:ext cx="14173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2743200" cy="384048"/>
          </a:xfrm>
          <a:prstGeom prst="rect">
            <a:avLst/>
          </a:prstGeom>
          <a:solidFill>
            <a:srgbClr val="102744"/>
          </a:solidFill>
          <a:ln>
            <a:solidFill>
              <a:srgbClr val="1E4E8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Smart Workspace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Classifies messy notes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0" y="1554480"/>
            <a:ext cx="2743200" cy="384048"/>
          </a:xfrm>
          <a:prstGeom prst="rect">
            <a:avLst/>
          </a:prstGeom>
          <a:solidFill>
            <a:srgbClr val="102744"/>
          </a:solidFill>
          <a:ln>
            <a:solidFill>
              <a:srgbClr val="1E4E8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Email Generator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79392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Drafts professional emails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0" y="1554480"/>
            <a:ext cx="2743200" cy="384048"/>
          </a:xfrm>
          <a:prstGeom prst="rect">
            <a:avLst/>
          </a:prstGeom>
          <a:solidFill>
            <a:srgbClr val="102744"/>
          </a:solidFill>
          <a:ln>
            <a:solidFill>
              <a:srgbClr val="1E4E8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Meeting Summarizer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45552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Extracts decisions and actions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2743200" cy="384048"/>
          </a:xfrm>
          <a:prstGeom prst="rect">
            <a:avLst/>
          </a:prstGeom>
          <a:solidFill>
            <a:srgbClr val="102744"/>
          </a:solidFill>
          <a:ln>
            <a:solidFill>
              <a:srgbClr val="1E4E8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Task Planner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Schedules around commitments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06240" y="3657600"/>
            <a:ext cx="2743200" cy="384048"/>
          </a:xfrm>
          <a:prstGeom prst="rect">
            <a:avLst/>
          </a:prstGeom>
          <a:solidFill>
            <a:srgbClr val="102744"/>
          </a:solidFill>
          <a:ln>
            <a:solidFill>
              <a:srgbClr val="1E4E8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Research Assistant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79392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Grounded briefs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0" y="3657600"/>
            <a:ext cx="2743200" cy="384048"/>
          </a:xfrm>
          <a:prstGeom prst="rect">
            <a:avLst/>
          </a:prstGeom>
          <a:solidFill>
            <a:srgbClr val="102744"/>
          </a:solidFill>
          <a:ln>
            <a:solidFill>
              <a:srgbClr val="1E4E8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Activity History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45552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Stores outputs locally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" y="56875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AFC"/>
                </a:solidFill>
              </a:rPr>
              <a:t>All tools share the same responsible logic: use supplied information, mark missing details, avoid invented claims, and remind the user to review important outputs.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0352" y="384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Prompt-engineering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" y="8778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applies prompt logic through structured local rules.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  |  WorkFlow AI  |  4/8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240280" cy="457200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66160" y="1508760"/>
            <a:ext cx="2240280" cy="457200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2240280" cy="457200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235440" y="1508760"/>
            <a:ext cx="2240280" cy="457200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240280" cy="457200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40280" cy="457200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solidFill>
            <a:srgbClr val="184B3B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235440" y="2743200"/>
            <a:ext cx="2240280" cy="457200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details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8BDF8"/>
                </a:solidFill>
              </a:rPr>
              <a:t>Why this matters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Structured prompting improves consistency, reduces hallucination risk, controls format, and makes the assistant easier to test.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8BDF8"/>
                </a:solidFill>
              </a:rPr>
              <a:t>Final implementation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</a:rPr>
              <a:t>No external API is required. The prototype uses local rules and templates to demonstrate AI-style workplace workflows safely and freely.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0352" y="384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tools in 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" y="8778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meeting and planning workflows were tested with realistic workplace inputs.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  |  WorkFlow AI  |  5/8</a:t>
            </a:r>
            <a:endParaRPr lang="en-US" sz="750" dirty="0"/>
          </a:p>
        </p:txBody>
      </p:sp>
      <p:pic>
        <p:nvPicPr>
          <p:cNvPr id="6" name="Image 0" descr="/mnt/data/IMG_A01A082F-C206-44F1-8707-B929C31A0D71.jpeg"/>
          <p:cNvPicPr>
            <a:picLocks noChangeAspect="1"/>
          </p:cNvPicPr>
          <p:nvPr/>
        </p:nvPicPr>
        <p:blipFill>
          <a:blip r:embed="rId3"/>
          <a:srcRect t="23365" b="19289"/>
          <a:stretch>
            <a:fillRect/>
          </a:stretch>
        </p:blipFill>
        <p:spPr>
          <a:xfrm>
            <a:off x="624840" y="1531819"/>
            <a:ext cx="5303520" cy="4055165"/>
          </a:xfrm>
          <a:prstGeom prst="rect">
            <a:avLst/>
          </a:prstGeom>
        </p:spPr>
      </p:pic>
      <p:pic>
        <p:nvPicPr>
          <p:cNvPr id="7" name="Image 1" descr="/mnt/data/IMG_C68C5EC9-FF2C-408D-9754-BABAD7D95546.jpeg"/>
          <p:cNvPicPr>
            <a:picLocks noChangeAspect="1"/>
          </p:cNvPicPr>
          <p:nvPr/>
        </p:nvPicPr>
        <p:blipFill>
          <a:blip r:embed="rId4"/>
          <a:srcRect t="24714" b="19289"/>
          <a:stretch>
            <a:fillRect/>
          </a:stretch>
        </p:blipFill>
        <p:spPr>
          <a:xfrm>
            <a:off x="6263640" y="1531819"/>
            <a:ext cx="5303520" cy="395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5897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Meeting Summarizer now separates confirmed decisions from unconfirmed information.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309360" y="5897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Task Planner blocks fixed commitments and schedules work around them.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0352" y="384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Workspace: the innovation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" y="8778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workplace notes become categorized action items.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  |  WorkFlow AI  |  6/8</a:t>
            </a:r>
            <a:endParaRPr lang="en-US" sz="750" dirty="0"/>
          </a:p>
        </p:txBody>
      </p:sp>
      <p:pic>
        <p:nvPicPr>
          <p:cNvPr id="6" name="Image 0" descr="/mnt/data/IMG_7670E0EE-19C6-40FC-AC81-3917B538A39B.jpeg"/>
          <p:cNvPicPr>
            <a:picLocks noChangeAspect="1"/>
          </p:cNvPicPr>
          <p:nvPr/>
        </p:nvPicPr>
        <p:blipFill>
          <a:blip r:embed="rId3"/>
          <a:srcRect t="20117" b="20117"/>
          <a:stretch/>
        </p:blipFill>
        <p:spPr>
          <a:xfrm>
            <a:off x="713232" y="1234440"/>
            <a:ext cx="585216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1417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8BDF8"/>
                </a:solidFill>
              </a:rPr>
              <a:t>What it extracts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903720" y="1920240"/>
            <a:ext cx="3474720" cy="402336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to draft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03720" y="2578608"/>
            <a:ext cx="3474720" cy="402336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to schedule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03720" y="3236976"/>
            <a:ext cx="3474720" cy="402336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information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03720" y="3895344"/>
            <a:ext cx="3474720" cy="402336"/>
          </a:xfrm>
          <a:prstGeom prst="rect">
            <a:avLst/>
          </a:prstGeom>
          <a:solidFill>
            <a:srgbClr val="184B3B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needed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03720" y="4553712"/>
            <a:ext cx="3474720" cy="402336"/>
          </a:xfrm>
          <a:prstGeom prst="rect">
            <a:avLst/>
          </a:prstGeom>
          <a:solidFill>
            <a:srgbClr val="102744"/>
          </a:solidFill>
          <a:ln>
            <a:solidFill>
              <a:srgbClr val="214A74">
                <a:alpha val="8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information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03720" y="5394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CBD5E1"/>
                </a:solidFill>
              </a:rPr>
              <a:t>This feature shows how individual productivity tools can work together in one workflow without sending emails or changing external systems.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0352" y="384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by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" y="8778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is honest about what it can and cannot do.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  |  WorkFlow AI  |  7/8</a:t>
            </a:r>
            <a:endParaRPr lang="en-US" sz="750" dirty="0"/>
          </a:p>
        </p:txBody>
      </p:sp>
      <p:pic>
        <p:nvPicPr>
          <p:cNvPr id="6" name="Image 0" descr="/mnt/data/IMG_BF6E1FCC-320A-4553-9B72-B31844FE0D5D.jpeg"/>
          <p:cNvPicPr>
            <a:picLocks noChangeAspect="1"/>
          </p:cNvPicPr>
          <p:nvPr/>
        </p:nvPicPr>
        <p:blipFill>
          <a:blip r:embed="rId3"/>
          <a:srcRect t="27418" b="15461"/>
          <a:stretch>
            <a:fillRect/>
          </a:stretch>
        </p:blipFill>
        <p:spPr>
          <a:xfrm>
            <a:off x="659958" y="1578334"/>
            <a:ext cx="5212080" cy="39696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Human review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46520" y="174650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CBD5E1"/>
                </a:solidFill>
              </a:rPr>
              <a:t>Outputs may miss context; important information must be verified.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644652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No external API dependency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6520" y="279806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CBD5E1"/>
                </a:solidFill>
              </a:rPr>
              <a:t>No paid model account or secret key is required.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644652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Missing details are marked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46520" y="384962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CBD5E1"/>
                </a:solidFill>
              </a:rPr>
              <a:t>Owners, deadlines and recipients are not guessed.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44652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Research stays grounded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490118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CBD5E1"/>
                </a:solidFill>
              </a:rPr>
              <a:t>No fake citations, sources, statistics or browsed-web claims.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0352" y="384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submission links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" y="8778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prototype, GitHub repository and demo readiness.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Azile Gomomo  |  WorkFlow AI  |  8/8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Live prototype</a:t>
            </a:r>
            <a:endParaRPr lang="en-US" sz="18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731520" y="19019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u="sng" dirty="0">
                <a:solidFill>
                  <a:srgbClr val="F8FAF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https://ai-productivity-assistant-6evjx7w3i-grootman1.vercel.app/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GitHub repository</a:t>
            </a:r>
            <a:endParaRPr lang="en-US" sz="1800" dirty="0"/>
          </a:p>
        </p:txBody>
      </p:sp>
      <p:sp>
        <p:nvSpPr>
          <p:cNvPr id="9" name="Text 7">
            <a:hlinkClick r:id="rId4"/>
          </p:cNvPr>
          <p:cNvSpPr/>
          <p:nvPr/>
        </p:nvSpPr>
        <p:spPr>
          <a:xfrm>
            <a:off x="731520" y="2971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u="sng" dirty="0">
                <a:solidFill>
                  <a:srgbClr val="F8FAF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https://github.com/Azile-cell/AI-Productivity-Assistant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Demo checklist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• Open Smart Workspace and classify messy notes.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1713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• Generate an email draft and copy 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8737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• Summarize meeting notes with decisions/actions.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23036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• Build a plan around a fixed meeting.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58698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• Show Responsible AI and Activity History.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552</Words>
  <Application>Microsoft Office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CAPACITI AI Skills Programme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 AI - Workplace Productivity Assistant</dc:title>
  <dc:subject>WorkFlow AI CAPACITI Project Submission</dc:subject>
  <dc:creator>Azile Gomomo</dc:creator>
  <cp:lastModifiedBy>Azile Gomomo</cp:lastModifiedBy>
  <cp:revision>2</cp:revision>
  <dcterms:created xsi:type="dcterms:W3CDTF">2026-08-26T20:21:25Z</dcterms:created>
  <dcterms:modified xsi:type="dcterms:W3CDTF">2026-08-26T21:10:28Z</dcterms:modified>
</cp:coreProperties>
</file>